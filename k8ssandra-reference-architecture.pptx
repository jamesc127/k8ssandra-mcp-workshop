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K8ssandra on 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t>Reference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Amazon EKS with k8ssandra-operator</a:t>
            </a:r>
            <a:br/>
            <a:r>
              <a:t>and MCP-based AI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IBM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151004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14682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14682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28572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28572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28572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143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143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~25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143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066928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176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22125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041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796928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06276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how AI tooling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AWS / EKS Infrastructure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AWS Region: us-east-1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solidFill>
            <a:srgbClr val="1C1C1C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VPC (eksctl-managed)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0698480" cy="100584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Public Subnets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810512"/>
            <a:ext cx="36576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kubernetes.io/role/elb=1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03120"/>
            <a:ext cx="2560320" cy="59436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a2838...elb.amazonaws.com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103120"/>
            <a:ext cx="22860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Internet / Claude Desktop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2331720"/>
            <a:ext cx="1097280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Isosceles Triangle 13"/>
          <p:cNvSpPr/>
          <p:nvPr/>
        </p:nvSpPr>
        <p:spPr>
          <a:xfrm rot="16200000">
            <a:off x="3566160" y="229514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698480" cy="324612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914400" y="299923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Private Subnets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99923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kubernetes.io/role/internal-elb=1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291840"/>
            <a:ext cx="10332720" cy="27432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109728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Cluster: k8ssandra-cluster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100"/>
              <a:t>K8s 1.31  |  OIDC Provider enabled (IRSA)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118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Managed Node Group: cassandra-workers  (6 nodes, showing 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59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m5.4xlarge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16 vCPU / 64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937760"/>
            <a:ext cx="5486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EBS Volumes (gp3, dynamic provisioning via CSI)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59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2743200"/>
            <a:ext cx="36576" cy="521208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1975104" y="3227832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Namespace &amp; Workload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443484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t>Namespace: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Operators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K8ssandraCluster CR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CassandraDatacenter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106424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Cassandra Ring  (StatefulSet: demo-dc1-default-sts)  —  4-6 CPU / 3-6Gi req/limit  ·  softPodAntiAffinity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420624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4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  |  Port 8000 (HTTP/SSE)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FASTMCP_SERVER_HOST=0.0.0.0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Creds: demo-superuser Secret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840480"/>
            <a:ext cx="384048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400"/>
              <a:t>nosqlbench-load  (Job)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ConfigMap-mounted workload 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Phases: schema / rampup / main  (1h @ 100k ops/sec)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threads=400, errors=count, anti-affinity vs cassandra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40480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200"/>
              <a:t>Webhook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4114800"/>
            <a:ext cx="2286000" cy="39447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k8ssandra-operator-webhook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4509270"/>
            <a:ext cx="2286000" cy="428489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cass</a:t>
            </a:r>
            <a:r>
              <a:rPr sz="1100" dirty="0"/>
              <a:t>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623560"/>
            <a:ext cx="530352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cert-manager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TLS certs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cainjector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 bundles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Validates CRs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5623560"/>
            <a:ext cx="614768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kube-system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aws-node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52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kube-proxy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iptables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56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coredns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DNS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960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ebs-csi-ctrl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IRSA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3064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131680" y="5943600"/>
            <a:ext cx="90960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000"/>
              <a:t>metrics-server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kubectl 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Desktop to Cassandra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01168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Claude Desktop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macOS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MCP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stdio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91640"/>
            <a:ext cx="74980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364991" y="1655064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182880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npx mcp-remote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stdio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HTTP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691640"/>
            <a:ext cx="74980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6199632" y="165506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21031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11064240" cy="118872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731520" y="2404872"/>
            <a:ext cx="1828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176272"/>
            <a:ext cx="36576" cy="246887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7278624" y="238658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5943600" y="2651760"/>
            <a:ext cx="27432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 |  MCP Server (SSE)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Creds: demo-superuser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32004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Cassandra Ring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sts-0 / sts-1 / 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RF=3, DC=dc1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Headless: demo-dc1-all-pods-svc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10972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971800"/>
            <a:ext cx="1554480" cy="36576"/>
          </a:xfrm>
          <a:prstGeom prst="rect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4005072" y="2935224"/>
            <a:ext cx="109728" cy="109728"/>
          </a:xfrm>
          <a:prstGeom prst="triangle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 (deploy.sh)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 CSI 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instant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290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Isosceles Triangle 27"/>
          <p:cNvSpPr/>
          <p:nvPr/>
        </p:nvSpPr>
        <p:spPr>
          <a:xfrm rot="5400000">
            <a:off x="22113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23393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93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cert-manager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93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197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Isosceles Triangle 32"/>
          <p:cNvSpPr/>
          <p:nvPr/>
        </p:nvSpPr>
        <p:spPr>
          <a:xfrm rot="5400000">
            <a:off x="40020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0" name="TextBox 100"/>
          <p:cNvSpPr txBox="1"/>
          <p:nvPr/>
        </p:nvSpPr>
        <p:spPr>
          <a:xfrm>
            <a:off x="41300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3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41300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metrics-server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kube-system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41300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103" name="Rectangle 103"/>
          <p:cNvSpPr/>
          <p:nvPr/>
        </p:nvSpPr>
        <p:spPr>
          <a:xfrm>
            <a:off x="57104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4" name="Isosceles Triangle 104"/>
          <p:cNvSpPr/>
          <p:nvPr/>
        </p:nvSpPr>
        <p:spPr>
          <a:xfrm rot="5400000">
            <a:off x="57927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59207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207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07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011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75834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7114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114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F62FE"/>
                </a:solidFill>
                <a:latin typeface="Calibri"/>
              </a:defRPr>
            </a:pPr>
            <a:r>
              <a:rPr sz="12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CR: demo  (v5.0.8)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3-node, 5Gi, 2G heap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114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~5 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9182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37412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TextBox 43"/>
          <p:cNvSpPr txBox="1"/>
          <p:nvPr/>
        </p:nvSpPr>
        <p:spPr>
          <a:xfrm>
            <a:off x="9502140" y="4069080"/>
            <a:ext cx="15621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2140" y="4343400"/>
            <a:ext cx="156210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Apps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nosqlbench, NLB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2140" y="5212080"/>
            <a:ext cx="156210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~3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532120"/>
            <a:ext cx="10058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600"/>
              <a:t>Total fresh deploy: ~14-17 min  (+  EKS cluster creation: ~15-20 min)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datacenters: dc1, size: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dc1, size: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demo-dc1-default-sts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ebs.csi.aws.com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WaitForFirstConsumer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Cassandra Skills,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pods at 6.0/6.0 CPU, hosts at 30-70%, zero pending tasks.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“key_cache_size_in_mb: 0 in operator default. Table requests caching: ALL — silently ignored. Fix to 100.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2400"/>
              <a:t>/expert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→ 9 nodes added live, while NoSQLBench hammered at 100k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$  kubectl patch k8ssandracluster demo --type=json \\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-p='[{"op":"replace","path":"/spec/cassandra/datacenters/0/size","value":9}]'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~92k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over the 1-hour run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of the 100k target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9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in two ~5.5-min steps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~7 sec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per bootstrap stream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42-138 MB via Zero-Copy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(used to take hours)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Throughput grew linearly in node count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~32k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3 nodes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~85k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6 nodes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~105k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9 nodes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a kubectl one-liner.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1619</Words>
  <Application>Microsoft Macintosh PowerPoint</Application>
  <PresentationFormat>Widescreen</PresentationFormat>
  <Paragraphs>352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3</cp:revision>
  <dcterms:created xsi:type="dcterms:W3CDTF">2013-01-27T09:14:16Z</dcterms:created>
  <dcterms:modified xsi:type="dcterms:W3CDTF">2026-05-19T23:43:49Z</dcterms:modified>
  <cp:category/>
</cp:coreProperties>
</file>